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DM Sans" pitchFamily="2" charset="77"/>
      <p:regular r:id="rId13"/>
      <p:bold r:id="rId14"/>
      <p:italic r:id="rId15"/>
      <p:boldItalic r:id="rId16"/>
    </p:embeddedFont>
    <p:embeddedFont>
      <p:font typeface="DM Sans Medium" pitchFamily="2" charset="77"/>
      <p:regular r:id="rId17"/>
      <p:bold r:id="rId18"/>
      <p:italic r:id="rId19"/>
      <p:boldItalic r:id="rId20"/>
    </p:embeddedFont>
    <p:embeddedFont>
      <p:font typeface="Merriweather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0"/>
  </p:normalViewPr>
  <p:slideViewPr>
    <p:cSldViewPr snapToGrid="0">
      <p:cViewPr varScale="1">
        <p:scale>
          <a:sx n="91" d="100"/>
          <a:sy n="91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2ac422adc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2ac422adc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8234f3c_8_0)">
  <p:cSld name="Generated (g3e2b8234f3c_8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hyperlink" Target="http://drive.google.com/file/d/1Zu16TmcKnrPa2cd8In-iNJjR_kgx_zyQ/vie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Relationship Id="rId5" Type="http://schemas.openxmlformats.org/officeDocument/2006/relationships/video" Target="../media/demo.mp4"/><Relationship Id="rId6" Type="http://schemas.microsoft.com/office/2007/relationships/media" Target="../media/demo.mp4"/><Relationship Id="rId7" Type="http://schemas.openxmlformats.org/officeDocument/2006/relationships/image" Target="../media/poster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t="16310" b="16404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Tapiero &amp; Matan Gurfinkel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 dirty="0">
                <a:solidFill>
                  <a:schemeClr val="dk1"/>
                </a:solidFill>
              </a:rPr>
              <a:t>15002930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Tapiero,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6" name="icon-hearing_disabled"/>
              <p:cNvPicPr preferRelativeResize="0"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9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7" name="icon-mic_off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8" name="icon-dvr"/>
              <p:cNvPicPr preferRelativeResize="0"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15515" y="2428001"/>
                <a:ext cx="381120" cy="381120"/>
              </a:xfrm>
              <a:prstGeom prst="rect">
                <a:avLst/>
              </a:prstGeom>
            </p:spPr>
          </p:pic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sz="2850" b="1" i="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2" name="icon-volume_up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1675208" y="2353198"/>
              <a:ext cx="316635" cy="316635"/>
            </a:xfrm>
            <a:prstGeom prst="rect">
              <a:avLst/>
            </a:prstGeom>
          </p:spPr>
        </p:pic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3" name="icon-closed_caption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4485083" y="2353198"/>
              <a:ext cx="316635" cy="316635"/>
            </a:xfrm>
            <a:prstGeom prst="rect">
              <a:avLst/>
            </a:prstGeom>
          </p:spPr>
        </p:pic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4" name="icon-psychology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7294958" y="2353198"/>
              <a:ext cx="316635" cy="316635"/>
            </a:xfrm>
            <a:prstGeom prst="rect">
              <a:avLst/>
            </a:prstGeom>
          </p:spPr>
        </p:pic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5" name="icon-summarize"/>
            <p:cNvPicPr preferRelativeResize="0"/>
            <p:nvPr/>
          </p:nvPicPr>
          <p:blipFill>
            <a:blip r:embed="rId7"/>
            <a:stretch>
              <a:fillRect/>
            </a:stretch>
          </p:blipFill>
          <p:spPr>
            <a:xfrm>
              <a:off x="10104833" y="2353198"/>
              <a:ext cx="316635" cy="316635"/>
            </a:xfrm>
            <a:prstGeom prst="rect">
              <a:avLst/>
            </a:prstGeom>
          </p:spPr>
        </p:pic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l="4996" r="6414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Demo video" title="demo.mp4">
            <a:hlinkClick r:id="" action="ppaction://media"/>
          </p:cNvPr>
          <p:cNvPicPr>
            <a:picLocks noGrp="1"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139071" y="1586210"/>
            <a:ext cx="3913857" cy="2843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sz="2850" b="1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6" name="Google Shape;206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9" name="Google Shape;209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0" name="Google Shape;210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3" name="Google Shape;213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4" name="Google Shape;214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E0F2F1"/>
            </a:solidFill>
            <a:ln w="19050" cap="flat" cmpd="sng">
              <a:solidFill>
                <a:srgbClr val="11CA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name="adj" fmla="val 50000"/>
              </a:avLst>
            </a:prstGeom>
            <a:solidFill>
              <a:srgbClr val="11CAA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sz="1000" b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sz="1400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19" name="Google Shape;219;p21" descr="A modern, vibrant digital interface showing perfectly synchronized Hebrew captions and clear, structured AI-generated summaries on a tablet."/>
            <p:cNvPicPr preferRelativeResize="0"/>
            <p:nvPr/>
          </p:nvPicPr>
          <p:blipFill rotWithShape="1">
            <a:blip r:embed="rId4">
              <a:alphaModFix/>
            </a:blip>
            <a:srcRect t="616" b="-19128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</p:grpSp>
      <p:pic>
        <p:nvPicPr>
          <p:cNvPr id="220" name="Google Shape;22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6" name="Google Shape;236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8" name="Google Shape;238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Delivered: Panopto Integration &amp; Institutional Automation.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0" name="Google Shape;240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Institutional Pilot &amp; Final Presentation at the College Fair.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2" name="Google Shape;242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49" name="Google Shape;249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Macintosh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Merriweather</vt:lpstr>
      <vt:lpstr>Arial</vt:lpstr>
      <vt:lpstr>Calibri</vt:lpstr>
      <vt:lpstr>Material Icons</vt:lpstr>
      <vt:lpstr>DM Sans</vt:lpstr>
      <vt:lpstr>DM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Adi Tapiero</cp:lastModifiedBy>
  <cp:revision>1</cp:revision>
  <dcterms:modified xsi:type="dcterms:W3CDTF">2026-09-02T17:04:50Z</dcterms:modified>
</cp:coreProperties>
</file>
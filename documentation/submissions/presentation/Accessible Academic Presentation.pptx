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drive.google.com/file/d/1Zu16TmcKnrPa2cd8In-iNJjR_kgx_zyQ/vie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16"/>
              <p:cNvSpPr txBox="1"/>
              <p:nvPr/>
            </p:nvSpPr>
            <p:spPr>
              <a:xfrm>
                <a:off x="204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hearing_disabled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16"/>
              <p:cNvSpPr txBox="1"/>
              <p:nvPr/>
            </p:nvSpPr>
            <p:spPr>
              <a:xfrm>
                <a:off x="585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mic_off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16"/>
              <p:cNvSpPr txBox="1"/>
              <p:nvPr/>
            </p:nvSpPr>
            <p:spPr>
              <a:xfrm>
                <a:off x="966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dvr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66687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volume_up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8"/>
            <p:cNvSpPr txBox="1"/>
            <p:nvPr/>
          </p:nvSpPr>
          <p:spPr>
            <a:xfrm>
              <a:off x="447675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closed_caption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8"/>
            <p:cNvSpPr txBox="1"/>
            <p:nvPr/>
          </p:nvSpPr>
          <p:spPr>
            <a:xfrm>
              <a:off x="728662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1009650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summarize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 title="demo.mo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00325" y="1586210"/>
            <a:ext cx="3791347" cy="2843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Panopto Webhooks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